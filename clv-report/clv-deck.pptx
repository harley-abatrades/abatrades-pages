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slide. Keep brief — this sets up what we learned and what we're doing.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CLV report headline numbers. Establish the value asymmetry, then pivot to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bridge slide. This is the problem statement that justifies the initiative.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the asymmetry as the opportunity. Don't overclaim — the trial is small, 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execution plan. Concise — this is what's happening right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costs real and low — this is not a big-budget initiative. Brevo is free for this scale. n8n is the only line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Creative concept. Paint the picture — what the member actually receives.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learning agenda. This isn't a revenue-commitment slide — it's about validated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slide. Clean, brand-colour background,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B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Lifetime Value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Member re-engagement initiative — aba TRADES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found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Members are 13% of customers — but 48% of revenue</a:t>
            </a:r>
          </a:p>
          <a:p>
            <a:pPr/>
            <a:r>
              <a:rPr/>
              <a:t>Member AOV: $5,699 vs non-member $2,892 (2×)</a:t>
            </a:r>
          </a:p>
          <a:p>
            <a:pPr/>
            <a:r>
              <a:rPr/>
              <a:t>But beneath the headline: investigation + dispatch inflates 'orders' 3.9×</a:t>
            </a:r>
          </a:p>
          <a:p>
            <a:pPr/>
            <a:r>
              <a:rPr/>
              <a:t>The honest picture — using fresh engagements only — is much starker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Re-engagement reality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6-month fresh-engagement rate: 4.2% (1 in 24 members start a new job per half-year)</a:t>
            </a:r>
          </a:p>
          <a:p>
            <a:pPr/>
            <a:r>
              <a:rPr/>
              <a:t>Median gap between genuine new jobs: ~200 days</a:t>
            </a:r>
          </a:p>
          <a:p>
            <a:pPr/>
            <a:r>
              <a:rPr/>
              <a:t>Only 8 members out of 1,316 had a 2nd fresh engagement in 22 months</a:t>
            </a:r>
          </a:p>
          <a:p>
            <a:pPr/>
            <a:r>
              <a:rPr/>
              <a:t>Members are our most valuable customers — and they barely come back on their own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Members worth ~2× more, but re-engage once every ~7 months</a:t>
            </a:r>
          </a:p>
          <a:p>
            <a:pPr/>
            <a:r>
              <a:rPr/>
              <a:t>No natural cadence pushing them back to us</a:t>
            </a:r>
          </a:p>
          <a:p>
            <a:pPr/>
            <a:r>
              <a:rPr/>
              <a:t>A light, timely email touch could pull that forward</a:t>
            </a:r>
          </a:p>
          <a:p>
            <a:pPr/>
            <a:r>
              <a:rPr/>
              <a:t>Goal: move the 4.2% 6-month rate directionally upward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Plain-text post-purchase email to 1,283 members with valid email</a:t>
            </a:r>
          </a:p>
          <a:p>
            <a:pPr/>
            <a:r>
              <a:rPr/>
              <a:t>50/50 A/B split — flow gets email, control held out (attribution, not significance)</a:t>
            </a:r>
          </a:p>
          <a:p>
            <a:pPr/>
            <a:r>
              <a:rPr/>
              <a:t>Built on Brevo for delivery + unsubscribe handling</a:t>
            </a:r>
          </a:p>
          <a:p>
            <a:pPr/>
            <a:r>
              <a:rPr/>
              <a:t>Recipient list from ServiceTitan, consent-gated, Humm excluded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Brevo: free tier (300 emails/day, covers the 1,283-member cohort comfortably)</a:t>
            </a:r>
          </a:p>
          <a:p>
            <a:pPr/>
            <a:r>
              <a:rPr/>
              <a:t>n8n: self-hosted cloud instance approx. USD 20-40/month (workflow automation — handles trigger logic, contact sync, unsubscribe webhook)</a:t>
            </a:r>
          </a:p>
          <a:p>
            <a:pPr/>
            <a:r>
              <a:rPr/>
              <a:t>ServiceTitan API: already provisioned, no incremental cost</a:t>
            </a:r>
          </a:p>
          <a:p>
            <a:pPr/>
            <a:r>
              <a:rPr/>
              <a:t>Total MVP run cost: under USD 100 for the trial period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One email, plain text, post-purchase timing</a:t>
            </a:r>
          </a:p>
          <a:p>
            <a:pPr/>
            <a:r>
              <a:rPr/>
              <a:t>"Hi [first name], thanks for choosing aba TRADES. As a Gold member, here's what to know about your next call…"</a:t>
            </a:r>
          </a:p>
          <a:p>
            <a:pPr/>
            <a:r>
              <a:rPr/>
              <a:t>One CTA: call or book online. No upsell, no 10%-off-now — just a reminder that they're a member</a:t>
            </a:r>
          </a:p>
          <a:p>
            <a:pPr/>
            <a:r>
              <a:rPr/>
              <a:t>Measured: booking within 90 days vs control (directional), open/click as leading indicator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Does a single email move the needle on re-engagement? (90-day fresh-booking rate)</a:t>
            </a:r>
          </a:p>
          <a:p>
            <a:pPr/>
            <a:r>
              <a:rPr/>
              <a:t>If yes — scale to SMS, multi-step nurture flows, service-type targeting</a:t>
            </a:r>
          </a:p>
          <a:p>
            <a:pPr/>
            <a:r>
              <a:rPr/>
              <a:t>If no, or unclear — the MVP was the right size test; we know before over-investing</a:t>
            </a:r>
          </a:p>
          <a:p>
            <a:pPr/>
            <a:r>
              <a:rPr/>
              <a:t>Either way: we'll have a clean baseline, a directional read, and the infrastructure built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B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Customer Lifetime Value · Member re-engagement initiative · aba TRADES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